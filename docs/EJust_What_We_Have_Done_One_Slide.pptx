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63B9"/>
          </a:solidFill>
          <a:ln w="12700">
            <a:solidFill>
              <a:srgbClr val="2663B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41080" y="484632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b="1" spc="150" kern="0" dirty="0">
                <a:solidFill>
                  <a:srgbClr val="66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E-JUST  /  MID PRESENTATION</a:t>
            </a:r>
            <a:endParaRPr lang="en-US" sz="113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9052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6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Have Done So Far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704088" y="12435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66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project planning to our first implementation steps</a:t>
            </a:r>
            <a:endParaRPr lang="en-US" sz="153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520440" cy="4251960"/>
          </a:xfrm>
          <a:prstGeom prst="roundRect">
            <a:avLst>
              <a:gd name="adj" fmla="val 4156"/>
            </a:avLst>
          </a:prstGeom>
          <a:solidFill>
            <a:srgbClr val="F2F6FF"/>
          </a:solidFill>
          <a:ln w="16510">
            <a:solidFill>
              <a:srgbClr val="DCE8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2020824"/>
            <a:ext cx="530352" cy="530352"/>
          </a:xfrm>
          <a:prstGeom prst="ellipse">
            <a:avLst/>
          </a:prstGeom>
          <a:solidFill>
            <a:srgbClr val="2663B9"/>
          </a:solidFill>
          <a:ln w="12700">
            <a:solidFill>
              <a:srgbClr val="2663B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15798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27632" y="2093976"/>
            <a:ext cx="2304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125" kern="0" dirty="0">
                <a:solidFill>
                  <a:srgbClr val="2663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&amp; DIRECTION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932688" y="271576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Planning &amp; Design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41832" y="3218688"/>
            <a:ext cx="2971800" cy="0"/>
          </a:xfrm>
          <a:prstGeom prst="line">
            <a:avLst/>
          </a:prstGeom>
          <a:noFill/>
          <a:ln w="15240">
            <a:solidFill>
              <a:srgbClr val="DCE8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3611880"/>
            <a:ext cx="109728" cy="109728"/>
          </a:xfrm>
          <a:prstGeom prst="ellipse">
            <a:avLst/>
          </a:prstGeom>
          <a:solidFill>
            <a:srgbClr val="2663B9"/>
          </a:solidFill>
          <a:ln w="12700">
            <a:solidFill>
              <a:srgbClr val="2663B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11296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6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online meetings to align on our project goals.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9264" y="4389120"/>
            <a:ext cx="109728" cy="109728"/>
          </a:xfrm>
          <a:prstGeom prst="ellipse">
            <a:avLst/>
          </a:prstGeom>
          <a:solidFill>
            <a:srgbClr val="2663B9"/>
          </a:solidFill>
          <a:ln w="12700">
            <a:solidFill>
              <a:srgbClr val="2663B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88536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6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 an interactive platform for physics simulations.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9264" y="5184648"/>
            <a:ext cx="109728" cy="109728"/>
          </a:xfrm>
          <a:prstGeom prst="ellipse">
            <a:avLst/>
          </a:prstGeom>
          <a:solidFill>
            <a:srgbClr val="2663B9"/>
          </a:solidFill>
          <a:ln w="12700">
            <a:solidFill>
              <a:srgbClr val="2663B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084064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6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Explored modular features and early UI/UX mockups.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34256" y="1783080"/>
            <a:ext cx="3520440" cy="4251960"/>
          </a:xfrm>
          <a:prstGeom prst="roundRect">
            <a:avLst>
              <a:gd name="adj" fmla="val 4156"/>
            </a:avLst>
          </a:prstGeom>
          <a:solidFill>
            <a:srgbClr val="EFF9F6"/>
          </a:solidFill>
          <a:ln w="16510">
            <a:solidFill>
              <a:srgbClr val="D5ED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020824"/>
            <a:ext cx="530352" cy="530352"/>
          </a:xfrm>
          <a:prstGeom prst="ellipse">
            <a:avLst/>
          </a:prstGeom>
          <a:solidFill>
            <a:srgbClr val="148276"/>
          </a:solidFill>
          <a:ln w="12700">
            <a:solidFill>
              <a:srgbClr val="14827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15798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76088" y="2093976"/>
            <a:ext cx="2304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125" kern="0" dirty="0">
                <a:solidFill>
                  <a:srgbClr val="148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&amp; COLLABORATION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4581144" y="271576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Tech Setup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4590288" y="3218688"/>
            <a:ext cx="2971800" cy="0"/>
          </a:xfrm>
          <a:prstGeom prst="line">
            <a:avLst/>
          </a:prstGeom>
          <a:noFill/>
          <a:ln w="15240">
            <a:solidFill>
              <a:srgbClr val="D5ED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611880"/>
            <a:ext cx="109728" cy="109728"/>
          </a:xfrm>
          <a:prstGeom prst="ellipse">
            <a:avLst/>
          </a:prstGeom>
          <a:solidFill>
            <a:srgbClr val="148276"/>
          </a:solidFill>
          <a:ln w="12700">
            <a:solidFill>
              <a:srgbClr val="14827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3511296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6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a shared GitHub repository and Trello board.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617720" y="4389120"/>
            <a:ext cx="109728" cy="109728"/>
          </a:xfrm>
          <a:prstGeom prst="ellipse">
            <a:avLst/>
          </a:prstGeom>
          <a:solidFill>
            <a:srgbClr val="148276"/>
          </a:solidFill>
          <a:ln w="12700">
            <a:solidFill>
              <a:srgbClr val="14827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4288536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6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on Scrum and discussed team responsibilities.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17720" y="5184648"/>
            <a:ext cx="109728" cy="109728"/>
          </a:xfrm>
          <a:prstGeom prst="ellipse">
            <a:avLst/>
          </a:prstGeom>
          <a:solidFill>
            <a:srgbClr val="148276"/>
          </a:solidFill>
          <a:ln w="12700">
            <a:solidFill>
              <a:srgbClr val="14827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5084064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6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React, Spring Boot, Maven, REST APIs, and AWS.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982712" y="1783080"/>
            <a:ext cx="3520440" cy="4251960"/>
          </a:xfrm>
          <a:prstGeom prst="roundRect">
            <a:avLst>
              <a:gd name="adj" fmla="val 4156"/>
            </a:avLst>
          </a:prstGeom>
          <a:solidFill>
            <a:srgbClr val="FFF8F0"/>
          </a:solidFill>
          <a:ln w="16510">
            <a:solidFill>
              <a:srgbClr val="F3E6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0456" y="2020824"/>
            <a:ext cx="530352" cy="530352"/>
          </a:xfrm>
          <a:prstGeom prst="ellipse">
            <a:avLst/>
          </a:prstGeom>
          <a:solidFill>
            <a:srgbClr val="B87238"/>
          </a:solidFill>
          <a:ln w="12700">
            <a:solidFill>
              <a:srgbClr val="B8723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0456" y="215798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24544" y="2093976"/>
            <a:ext cx="2304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spc="125" kern="0" dirty="0">
                <a:solidFill>
                  <a:srgbClr val="B87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IMPLEMENTATION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8229600" y="271576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Activities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8238744" y="3218688"/>
            <a:ext cx="2971800" cy="0"/>
          </a:xfrm>
          <a:prstGeom prst="line">
            <a:avLst/>
          </a:prstGeom>
          <a:noFill/>
          <a:ln w="15240">
            <a:solidFill>
              <a:srgbClr val="F3E6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66176" y="3611880"/>
            <a:ext cx="109728" cy="109728"/>
          </a:xfrm>
          <a:prstGeom prst="ellipse">
            <a:avLst/>
          </a:prstGeom>
          <a:solidFill>
            <a:srgbClr val="B87238"/>
          </a:solidFill>
          <a:ln w="12700">
            <a:solidFill>
              <a:srgbClr val="B8723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85632" y="3511296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6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Developing the first physics calculation functions.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266176" y="4389120"/>
            <a:ext cx="109728" cy="109728"/>
          </a:xfrm>
          <a:prstGeom prst="ellipse">
            <a:avLst/>
          </a:prstGeom>
          <a:solidFill>
            <a:srgbClr val="B87238"/>
          </a:solidFill>
          <a:ln w="12700">
            <a:solidFill>
              <a:srgbClr val="B8723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85632" y="4288536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6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Practicing Git operations and testing before commits.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266176" y="5184648"/>
            <a:ext cx="109728" cy="109728"/>
          </a:xfrm>
          <a:prstGeom prst="ellipse">
            <a:avLst/>
          </a:prstGeom>
          <a:solidFill>
            <a:srgbClr val="B87238"/>
          </a:solidFill>
          <a:ln w="12700">
            <a:solidFill>
              <a:srgbClr val="B8723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85632" y="5084064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6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Preparing the basic project structure.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85800" y="6419088"/>
            <a:ext cx="10808208" cy="0"/>
          </a:xfrm>
          <a:prstGeom prst="line">
            <a:avLst/>
          </a:prstGeom>
          <a:noFill/>
          <a:ln w="15240">
            <a:solidFill>
              <a:srgbClr val="E7EC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" y="65105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66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STATUS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30552" y="6519672"/>
            <a:ext cx="105156" cy="105156"/>
          </a:xfrm>
          <a:prstGeom prst="ellipse">
            <a:avLst/>
          </a:prstGeom>
          <a:solidFill>
            <a:srgbClr val="148276"/>
          </a:solidFill>
          <a:ln w="12700">
            <a:solidFill>
              <a:srgbClr val="14827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40864" y="647395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complete  ·  Initial development in progress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E-Just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We Have Done So Far — E-Just</dc:title>
  <dc:subject>E-Just Mid Presentation</dc:subject>
  <dc:creator>OpenAI</dc:creator>
  <cp:lastModifiedBy>OpenAI</cp:lastModifiedBy>
  <cp:revision>1</cp:revision>
  <dcterms:created xsi:type="dcterms:W3CDTF">2026-10-24T21:59:04Z</dcterms:created>
  <dcterms:modified xsi:type="dcterms:W3CDTF">2026-10-24T21:59:04Z</dcterms:modified>
</cp:coreProperties>
</file>